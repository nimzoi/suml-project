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92608" cy="6858000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5200" b="1">
                <a:solidFill>
                  <a:srgbClr val="FFFFFF"/>
                </a:solidFill>
                <a:latin typeface="Trebuchet MS"/>
              </a:rPr>
              <a:t>Laptop Price Predictor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CADCFC"/>
                </a:solidFill>
                <a:latin typeface="Calibri"/>
              </a:rPr>
              <a:t>Predykcja ceny laptopa ze specyfikacji — AutoML, FastAPI, Streamlit,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SUML — Środowiska uruchomieniowe ML · PJATK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CADCFC"/>
                </a:solidFill>
                <a:latin typeface="Calibri"/>
              </a:rPr>
              <a:t>Grupa: [numery indeksów]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Problem i wartość biznesowa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222233"/>
                </a:solidFill>
                <a:latin typeface="Calibri"/>
              </a:rPr>
              <a:t>•  Wycena laptopa wprost wpływa na sprzedaż i marżę (sklepy, marketplace, wycena używanego sprzętu).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222233"/>
                </a:solidFill>
                <a:latin typeface="Calibri"/>
              </a:rPr>
              <a:t>•  Za drogo — nie sprzeda się; za tanio — tracimy marżę.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222233"/>
                </a:solidFill>
                <a:latin typeface="Calibri"/>
              </a:rPr>
              <a:t>•  Aplikacja przewiduje cenę (regresja) z marki, typu, RAM, dysku, ekranu, CPU/GPU i systemu.</a:t>
            </a:r>
          </a:p>
        </p:txBody>
      </p:sp>
      <p:pic>
        <p:nvPicPr>
          <p:cNvPr id="5" name="Picture 4" descr="feature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920240"/>
            <a:ext cx="4572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Dane i czyszczenie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Źródło: Kaggle laptop price (1303 wiersze) — dołączony do repo.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Surowe pola to teksty: RAM "8GB", waga "1.37kg", rozdzielczość/CPU/pamięć.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features.py: parsowanie → RAM, waga, PPI, touch/IPS, SSD/HDD, marki CPU/GPU; + czyszczenie złych wierszy.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Brak CSV → generator syntetyczny o tym samym schemacie (fallback).</a:t>
            </a:r>
          </a:p>
        </p:txBody>
      </p:sp>
      <p:pic>
        <p:nvPicPr>
          <p:cNvPr id="5" name="Picture 4" descr="target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011680"/>
            <a:ext cx="4480560" cy="33604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Architektura: data | model | app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3200400" cy="18288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E2761"/>
                </a:solidFill>
                <a:latin typeface="Trebuchet MS"/>
              </a:rPr>
              <a:t>data</a:t>
            </a:r>
          </a:p>
          <a:p>
            <a:pPr algn="ctr"/>
            <a:r>
              <a:rPr sz="1200">
                <a:solidFill>
                  <a:srgbClr val="222233"/>
                </a:solidFill>
                <a:latin typeface="Calibri"/>
              </a:rPr>
              <a:t>load + feature engineering</a:t>
            </a:r>
          </a:p>
          <a:p>
            <a:pPr algn="ctr"/>
            <a:r>
              <a:rPr sz="1200">
                <a:solidFill>
                  <a:srgbClr val="222233"/>
                </a:solidFill>
                <a:latin typeface="Calibri"/>
              </a:rPr>
              <a:t>czyszczenie + split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2377440"/>
            <a:ext cx="3200400" cy="18288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E2761"/>
                </a:solidFill>
                <a:latin typeface="Trebuchet MS"/>
              </a:rPr>
              <a:t>model</a:t>
            </a:r>
          </a:p>
          <a:p>
            <a:pPr algn="ctr"/>
            <a:r>
              <a:rPr sz="1200">
                <a:solidFill>
                  <a:srgbClr val="222233"/>
                </a:solidFill>
                <a:latin typeface="Calibri"/>
              </a:rPr>
              <a:t>FLAML AutoML + log-target</a:t>
            </a:r>
          </a:p>
          <a:p>
            <a:pPr algn="ctr"/>
            <a:r>
              <a:rPr sz="1200">
                <a:solidFill>
                  <a:srgbClr val="222233"/>
                </a:solidFill>
                <a:latin typeface="Calibri"/>
              </a:rPr>
              <a:t>model.joblib + metrics.json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377440"/>
            <a:ext cx="3200400" cy="18288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E2761"/>
                </a:solidFill>
                <a:latin typeface="Trebuchet MS"/>
              </a:rPr>
              <a:t>app</a:t>
            </a:r>
          </a:p>
          <a:p>
            <a:pPr algn="ctr"/>
            <a:r>
              <a:rPr sz="1200">
                <a:solidFill>
                  <a:srgbClr val="222233"/>
                </a:solidFill>
                <a:latin typeface="Calibri"/>
              </a:rPr>
              <a:t>FastAPI /predict</a:t>
            </a:r>
          </a:p>
          <a:p>
            <a:pPr algn="ctr"/>
            <a:r>
              <a:rPr sz="1200">
                <a:solidFill>
                  <a:srgbClr val="222233"/>
                </a:solidFill>
                <a:latin typeface="Calibri"/>
              </a:rPr>
              <a:t>Streamlit UI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69080" y="3063240"/>
            <a:ext cx="365760" cy="45720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7726679" y="3063240"/>
            <a:ext cx="365760" cy="45720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4663440"/>
            <a:ext cx="10515600" cy="91440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Wszystko sterowane przez config.yaml — zmiana datasetu lub retuning to zmiana configu, nie kodu.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Model: AutoML (FLAML)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AutoML.fit przeszukuje estymatory (lgbm, rf, extra_tree) i składa je w ensemble.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log-target: trenujemy na log(cena), przewidujemy realną cenę (uczciwe R2 w walucie).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Cały preprocessing + model w jednym sklearn Pipeline (model.joblib).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Ważność cech liczona permutacyjnie (model-agnostic).</a:t>
            </a:r>
          </a:p>
        </p:txBody>
      </p:sp>
      <p:pic>
        <p:nvPicPr>
          <p:cNvPr id="5" name="Picture 4" descr="feat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011680"/>
            <a:ext cx="4754880" cy="27170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Wyniki modelu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3291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>
                <a:solidFill>
                  <a:srgbClr val="028090"/>
                </a:solidFill>
                <a:latin typeface="Trebuchet MS"/>
              </a:rPr>
              <a:t>0,85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R² (cena, INR)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2286000"/>
            <a:ext cx="3291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>
                <a:solidFill>
                  <a:srgbClr val="028090"/>
                </a:solidFill>
                <a:latin typeface="Trebuchet MS"/>
              </a:rPr>
              <a:t>9,6k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MAE (INR)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2286000"/>
            <a:ext cx="32918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>
                <a:solidFill>
                  <a:srgbClr val="028090"/>
                </a:solidFill>
                <a:latin typeface="Trebuchet MS"/>
              </a:rPr>
              <a:t>14,6k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RMSE (INR)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63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5A6378"/>
                </a:solidFill>
                <a:latin typeface="Calibri"/>
              </a:rPr>
              <a:t>FLAML ensemble + log-target · 20% holdout · najważniejsze cechy: RAM, SSD, typ, CPU.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Wystawienie: API + UI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2120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 bIns="152400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761"/>
                </a:solidFill>
                <a:latin typeface="Trebuchet MS"/>
              </a:rPr>
              <a:t>FastAPI (usługa)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POST /predict — przewidywana cena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GET /health — status + czy model wczytany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GET /model-info — metryki i metadane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Interaktywne /docs (OpenAPI) za darmo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Walidacja wejścia Pydantic → 422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2120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 bIns="152400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761"/>
                </a:solidFill>
                <a:latin typeface="Trebuchet MS"/>
              </a:rPr>
              <a:t>Streamlit (UI)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Formularz specyfikacji laptopa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Woła API i pokazuje cenę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Tryb standalone (model lokalnie) na Streamlit Cloud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33"/>
                </a:solidFill>
                <a:latin typeface="Calibri"/>
              </a:rPr>
              <a:t>•  Panel z metrykami + ważność cech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Przenoszalność i odtwarzalność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65836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docker compose up --build → dwa serwisy: api + ui.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Model trenowany podczas budowania obrazu — gotowy od razu.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Zależności przypięte; obraz python:3.11-slim, użytkownik non-root.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packages.txt (libgomp1 dla LightGBM); .gitattributes wymusza LF.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config.yaml jako jedno źródło prawdy.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194560"/>
            <a:ext cx="3840480" cy="2194560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/>
          <a:lstStyle/>
          <a:p>
            <a:pPr algn="ctr"/>
            <a:r>
              <a:rPr sz="2400" b="1">
                <a:solidFill>
                  <a:srgbClr val="FFFFFF"/>
                </a:solidFill>
                <a:latin typeface="Trebuchet MS"/>
              </a:rPr>
              <a:t>Jedna komenda
uruchamia całość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E2761"/>
                </a:solidFill>
                <a:latin typeface="Trebuchet MS"/>
              </a:rPr>
              <a:t>Jakość kodu i organizacja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32918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>
                <a:solidFill>
                  <a:srgbClr val="028090"/>
                </a:solidFill>
                <a:latin typeface="Trebuchet MS"/>
              </a:rPr>
              <a:t>10/10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pylint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2194560"/>
            <a:ext cx="32918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>
                <a:solidFill>
                  <a:srgbClr val="028090"/>
                </a:solidFill>
                <a:latin typeface="Trebuchet MS"/>
              </a:rPr>
              <a:t>28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testów (pytest)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2194560"/>
            <a:ext cx="32918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800" b="1">
                <a:solidFill>
                  <a:srgbClr val="028090"/>
                </a:solidFill>
                <a:latin typeface="Trebuchet MS"/>
              </a:rPr>
              <a:t>CI</a:t>
            </a:r>
          </a:p>
          <a:p>
            <a:pPr algn="ctr"/>
            <a:r>
              <a:rPr sz="1300">
                <a:solidFill>
                  <a:srgbClr val="5A6378"/>
                </a:solidFill>
                <a:latin typeface="Calibri"/>
              </a:rPr>
              <a:t>GitHub 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109728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PEP8 + black + isort, type hints i docstringi w całym kodzie.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Ścisły podział data | model | app; modularność funkcji i katalogów.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33"/>
                </a:solidFill>
                <a:latin typeface="Calibri"/>
              </a:rPr>
              <a:t>•  Czysta historia commitów; data card + EDA w docs/.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92608" cy="6858000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Trebuchet MS"/>
              </a:rPr>
              <a:t>Demo i podsumowanie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4241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•  Demo: docker compose up --build → UI :8501, API :8000/docs → wycena na żywo.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•  Retraining: nowy CSV w data/raw/ + python -m model.train (bez zmian w kodzie).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•  Repo: github.com/nimzoi/SUML-project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FFFFFF"/>
                </a:solidFill>
                <a:latin typeface="Trebuchet MS"/>
              </a:rPr>
              <a:t>Dziękujemy — pytania?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