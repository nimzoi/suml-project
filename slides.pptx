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Trebuchet MS"/>
              </a:rPr>
              <a:t>Food Delivery 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Predykcja czasu dostawy jedzenia — AutoML, FastAPI, Streamlit,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SUML — Środowiska uruchomieniowe ML · PJATK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Grupa: [numery indeksów]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Problem i wartość biznesowa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Platformy dostaw (Wolt, Glovo, Uber Eats) potrzebują trafnego ETA już w momencie zamówienia.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Dobre ETA = realne oczekiwania klienta, sprawniejsza dyspozycja kurierów i wczesne flagowanie opóźnień.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Aplikacja przewiduje czas dostawy (regresja) na podstawie cech zamówienia, trasy i kontekstu.</a:t>
            </a:r>
          </a:p>
        </p:txBody>
      </p:sp>
      <p:pic>
        <p:nvPicPr>
          <p:cNvPr id="5" name="Picture 4" descr="distance_vs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20240"/>
            <a:ext cx="475488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Dane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Źródło: Kaggle denkuznetz/food-delivery-time-prediction (1000 wierszy, 9 kolumn).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CSV dołączony do repo + generator danych syntetycznych o tym samym schemacie (fallback).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Braki: po 30 w 4 kolumnach → imputacja w pipeline (mediana / najczęstsza wartość).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Cel: czas dostawy 8–153 min (średnio ~57).</a:t>
            </a:r>
          </a:p>
        </p:txBody>
      </p:sp>
      <p:pic>
        <p:nvPicPr>
          <p:cNvPr id="5" name="Picture 4" descr="target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01168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Architektura: data | model | 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data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load + walidacja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split +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model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FLAML AutoML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model.joblib + metrics.json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app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FastAPI /predict</a:t>
            </a:r>
          </a:p>
          <a:p>
            <a:pPr algn="ctr"/>
            <a:r>
              <a:rPr sz="1300">
                <a:solidFill>
                  <a:srgbClr val="222233"/>
                </a:solidFill>
                <a:latin typeface="Calibri"/>
              </a:rPr>
              <a:t>Streamlit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3063240"/>
            <a:ext cx="365760" cy="45720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726679" y="3063240"/>
            <a:ext cx="365760" cy="45720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10515600" cy="9144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Wszystko sterowane przez config.yaml — zmiana datasetu lub retuning to zmiana configu, nie kodu.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Model: AutoML (FLAML)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AutoML.fit przeszukuje estymatory (lgbm, rf, extra_tree) w zadanym budżecie czasu.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Cały preprocessing + model zapisany jako jeden sklearn Pipeline (model.joblib).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Imputacja + one-hot w pipeline → spójność trening / serwowanie, bez wycieków.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Konfiguracja AutoML w config.yaml (budżet, metryka, lista estymatorów).</a:t>
            </a:r>
          </a:p>
        </p:txBody>
      </p:sp>
      <p:pic>
        <p:nvPicPr>
          <p:cNvPr id="5" name="Picture 4" descr="fea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754880" cy="2717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Wyniki modelu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6,4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MAE (minuty)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9,3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RMSE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0,81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6378"/>
                </a:solidFill>
                <a:latin typeface="Calibri"/>
              </a:rPr>
              <a:t>Najlepszy estymator: LightGBM · ocena na 20% zbiorze testowym · najważniejsza cecha: dystans.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Wystawienie: API +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FastAPI (usługa)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POST /predict — predykcja ETA (minuty)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GET /health — status + czy model wczytany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GET /model-info — metryki i metadane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Interaktywne /docs (OpenAPI) za darmo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Walidacja wejścia Pydantic → 422 dla błędnych danych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Streamlit (UI)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Formularz cech zamówienia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Woła API i pokazuje przewidziany czas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Panel z metrykami modelu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Wykres ważności cech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Konfigurowalny adres API (env / config)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Przenoszalność i odtwarzalność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docker compose up --build → dwa serwisy: api (FastAPI) + ui (Streamlit).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Model trenowany podczas budowania obrazu — gotowy przy pierwszym żądaniu.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Zależności przypięte (requirements.txt); obraz python:3.11-slim, użytkownik non-root.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Zero konfiguracji systemu operacyjnego; .gitattributes wymusza końce linii LF.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config.yaml jako jedno źródło prawdy.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194560"/>
            <a:ext cx="3840480" cy="219456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/>
            <a:r>
              <a:rPr sz="2400" b="1">
                <a:solidFill>
                  <a:srgbClr val="FFFFFF"/>
                </a:solidFill>
                <a:latin typeface="Trebuchet MS"/>
              </a:rPr>
              <a:t>Jedna komenda
uruchamia całość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Jakość kodu i organizacja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10/10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pylint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26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testów (pytest)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28090"/>
                </a:solidFill>
                <a:latin typeface="Trebuchet MS"/>
              </a:rPr>
              <a:t>CI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GitHub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72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PEP8 + black + isort, type hints i docstringi w całym kodzie.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Ścisły podział data | model | app; modularność na poziomie funkcji i katalogów.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Czytelna historia commitów; spec i plan w docs/.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Trebuchet MS"/>
              </a:rPr>
              <a:t>Demo i 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Demo: docker compose up --build → UI :8501, API :8000/docs → predykcja na żywo.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Retraining: nowy CSV w data/raw/ + python -m model.train (bez zmian w kodzie).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Repo: github.com/nimzoi/SUML-project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Trebuchet MS"/>
              </a:rPr>
              <a:t>Dziękujemy — pytania?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