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92608" cy="68580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Trebuchet MS"/>
              </a:rPr>
              <a:t>Wycena laptopa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Aplikacja, która szacuje cenę laptopa na podstawie jego specyfikacji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SUML — Środowiska uruchomieniowe ML · PJATK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Grupa: [numery indeksów]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Co to robi i po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Szacuje cenę laptopa na podstawie specyfikacji: marki, typu, RAM, dysków, ekranu, CPU/GPU.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Wartość: trafna cena = szybsza sprzedaż i lepsza marża.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Dla sklepów, platform marketplace i skupu sprzętu używanego.</a:t>
            </a:r>
          </a:p>
        </p:txBody>
      </p:sp>
      <p:pic>
        <p:nvPicPr>
          <p:cNvPr id="5" name="Picture 4" descr="featur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2024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Proste w użyciu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Otwierasz stronę, wpisujesz specyfikację, klikasz — cena w sekundę.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Bez instalacji i bez znajomości kodu.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Dla integracji z innymi systemami: gotowe API.</a:t>
            </a:r>
          </a:p>
        </p:txBody>
      </p:sp>
      <p:pic>
        <p:nvPicPr>
          <p:cNvPr id="5" name="Picture 4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Na ile trafne?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028090"/>
                </a:solidFill>
                <a:latin typeface="Trebuchet MS"/>
              </a:rPr>
              <a:t>~85%</a:t>
            </a:r>
          </a:p>
          <a:p>
            <a:pPr algn="ctr"/>
            <a:r>
              <a:rPr sz="1300">
                <a:solidFill>
                  <a:srgbClr val="5A6378"/>
                </a:solidFill>
                <a:latin typeface="Calibri"/>
              </a:rPr>
              <a:t>zmienności ceny
wyjaśnia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6378"/>
                </a:solidFill>
                <a:latin typeface="Calibri"/>
              </a:rPr>
              <a:t>Im więcej danych, tym stabilniejsza wycena. Najważniejsze cechy: RAM, dysk SSD, typ, procesor.</a:t>
            </a:r>
          </a:p>
        </p:txBody>
      </p:sp>
      <p:pic>
        <p:nvPicPr>
          <p:cNvPr id="6" name="Picture 5" descr="fea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669280" cy="3239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Model nadąża za rynkiem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Ceny się zmieniają (nowe modele, sezon, promocje) — model można dotrenować.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Dotrenowanie = podmiana pliku z danymi i jedno uruchomienie. Bez zmian w kodzie.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Dzięki temu wycena pozostaje aktualna.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0515600" cy="10058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Dotrenowanie = nowe dane + 1 komenda → świeży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Dla ludzi i dla systemów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Trebuchet MS"/>
              </a:rPr>
              <a:t>Strona (dla ludzi)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Formularz w przeglądarce → cena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Dla pracowników i klientów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Działa też samodzielnie w chmurze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Trebuchet MS"/>
              </a:rPr>
              <a:t>API (dla systemów)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Integracja z e-commerce / ERP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Zwraca cenę w formacie 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Interaktywna dokumentacja 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Uruchomienie: jedna komenda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docker compose up — i działa, na każdym komputerze.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Zero konfiguracji systemu; zależności instalują się same.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22233"/>
                </a:solidFill>
                <a:latin typeface="Calibri"/>
              </a:rPr>
              <a:t>•  Łatwe przeniesienie i odtworzenie środowiska.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0515600" cy="10058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Jedna komenda uruchamia całość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Zastosowania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Trebuchet MS"/>
              </a:rPr>
              <a:t>Sprzedaż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Szybka wstępna wycena oferty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Weryfikacja, czy cena jest rynkowa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Spójne ceny w całym zespole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Trebuchet MS"/>
              </a:rPr>
              <a:t>Skup i integracja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Wycena sprzętu używanego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Wsparcie negocjacji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•  Automatyczna wycena przez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2761"/>
                </a:solidFill>
                <a:latin typeface="Trebuchet MS"/>
              </a:rPr>
              <a:t>Solidne i gotowe do utrzymania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945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028090"/>
                </a:solidFill>
                <a:latin typeface="Trebuchet MS"/>
              </a:rPr>
              <a:t>10/10</a:t>
            </a:r>
          </a:p>
          <a:p>
            <a:pPr algn="ctr"/>
            <a:r>
              <a:rPr sz="1300">
                <a:solidFill>
                  <a:srgbClr val="5A6378"/>
                </a:solidFill>
                <a:latin typeface="Calibri"/>
              </a:rPr>
              <a:t>jakość kodu (pylint)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945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028090"/>
                </a:solidFill>
                <a:latin typeface="Trebuchet MS"/>
              </a:rPr>
              <a:t>28</a:t>
            </a:r>
          </a:p>
          <a:p>
            <a:pPr algn="ctr"/>
            <a:r>
              <a:rPr sz="1300">
                <a:solidFill>
                  <a:srgbClr val="5A6378"/>
                </a:solidFill>
                <a:latin typeface="Calibri"/>
              </a:rPr>
              <a:t>testów automatycznych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945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028090"/>
                </a:solidFill>
                <a:latin typeface="Trebuchet MS"/>
              </a:rPr>
              <a:t>CI</a:t>
            </a:r>
          </a:p>
          <a:p>
            <a:pPr algn="ctr"/>
            <a:r>
              <a:rPr sz="1300">
                <a:solidFill>
                  <a:srgbClr val="5A6378"/>
                </a:solidFill>
                <a:latin typeface="Calibri"/>
              </a:rPr>
              <a:t>automatyczna kontrola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33"/>
                </a:solidFill>
                <a:latin typeface="Calibri"/>
              </a:rPr>
              <a:t>•  Czysty, modularny kod (data | model | app) i pełna dokumentacja.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33"/>
                </a:solidFill>
                <a:latin typeface="Calibri"/>
              </a:rPr>
              <a:t>•  Powtarzalne środowisko — łatwe w rozwoju i utrzymaniu.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92608" cy="68580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Podsumowanie 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>
                <a:solidFill>
                  <a:srgbClr val="CADCFC"/>
                </a:solidFill>
                <a:latin typeface="Calibri"/>
              </a:rPr>
              <a:t>•  Demo na żywo: wpisujemy specyfikację → otrzymujemy cenę.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ADCFC"/>
                </a:solidFill>
                <a:latin typeface="Calibri"/>
              </a:rPr>
              <a:t>•  Łatwe w użyciu, trafne (~85%), gotowe do dotrenowania i integracji.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ADCFC"/>
                </a:solidFill>
                <a:latin typeface="Calibri"/>
              </a:rPr>
              <a:t>•  Repo: github.com/nimzoi/SUML-project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Dziękujemy — 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